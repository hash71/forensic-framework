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1887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E3A8A"/>
                </a:solidFill>
              </a:rPr>
              <a:t>Augmenting Rule-Based Private-Cloud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1E3A8A"/>
                </a:solidFill>
              </a:rPr>
              <a:t>Forensic Investigation with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1E3A8A"/>
                </a:solidFill>
              </a:rPr>
              <a:t>Evidence-Grounded LLM Reasoning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749039"/>
            <a:ext cx="11274552" cy="25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74552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</a:rPr>
              <a:t>A Controlled Comparison of Rule-Based and LLM-Assisted Post-Incident Triage Under Citation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33333"/>
                </a:solidFill>
              </a:rPr>
              <a:t>Md. Nazmul 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74552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The Problem (1/2): Private-Cloud Forensic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No unified audit plane. Evidence is fragmented across many surfaces.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</a:rPr>
              <a:t>After an incident, the analyst must reconstruct the timeline from: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Authentication logs (logins, failures, source IPs)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File-access logs (reads, downloads, sizes)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Administrative actions (privilege changes, log rotation)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Network telemetry (DNS, firewall, VPN)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Database query traces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Web-server access logs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3333"/>
                </a:solidFill>
              </a:rPr>
              <a:t>•  Email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</a:rPr>
              <a:t>This work concerns post-incident triage, not real-time intrusion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The Problem (2/2): Rules vs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Two complementary failure modes; neither alone is sufficient.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3A8A"/>
                </a:solidFill>
              </a:rPr>
              <a:t>Rule-Based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36576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</a:rPr>
              <a:t>✓ Deterministic, transparent, auditable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</a:rPr>
              <a:t>✓ Required in regulated environments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0392B"/>
                </a:solidFill>
              </a:rPr>
              <a:t>✗ Brittle threshold tuning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0392B"/>
                </a:solidFill>
              </a:rPr>
              <a:t>✗ High alert volume on legitimate-but-unusual activity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0392B"/>
                </a:solidFill>
              </a:rPr>
              <a:t>✗ Cannot aggregate across long time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3A8A"/>
                </a:solidFill>
              </a:rPr>
              <a:t>LLM-Assisted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486400" cy="36576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</a:rPr>
              <a:t>✓ Synthesises weak signals across many events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</a:rPr>
              <a:t>✓ Reads role/ticket metadata as context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</a:rPr>
              <a:t>✓ Produces narrative, citable explanations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0392B"/>
                </a:solidFill>
              </a:rPr>
              <a:t>✗ Hallucinates events / actors / timelines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0392B"/>
                </a:solidFill>
              </a:rPr>
              <a:t>✗ Over-attributes intent and causality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097280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</a:rPr>
              <a:t>Research question: can an evidence-grounded LLM, required to cite events and validated post-hoc, improve triage over rules alone?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Method: Nine-Stage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Same normalised timeline feeds rule engine and LLM in parallel; validator inspects only the LLM output.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530352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1. Scenario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5303520" cy="10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30352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2. Synthetic log generator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03520" cy="10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30352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3. Raw logs (7 sources)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5303520" cy="10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30352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4. Source-specific parsers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5303520" cy="10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530352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5. Normaliser → OCSF v1.1 / ECS 8.x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34840"/>
            <a:ext cx="5303520" cy="10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530352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6. Timeline reconstruction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03520"/>
            <a:ext cx="5303520" cy="10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530352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7. Correlation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172200"/>
            <a:ext cx="5303520" cy="101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57200"/>
            <a:ext cx="512064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</a:rPr>
              <a:t>8. Parallel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914400"/>
            <a:ext cx="512064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Rule engine: 12 threshold-style rules (R001–R012)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LLM analyst: Qwen 3.5‑27B; every claim must cite an event_id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12064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</a:rPr>
              <a:t>9. Validation (LLM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51760"/>
            <a:ext cx="5120640" cy="12801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Seven checks: event-ID existence, chronology, actor consistency, entity consistency, volume claims, temporal claims, structural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06240"/>
            <a:ext cx="512064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</a:rPr>
              <a:t>10. Evaluation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5120640" cy="13716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Verdict accuracy, F1 against attack steps, FP rate, validator counts — saved per scenario in evaluation_results.json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</a:rPr>
              <a:t>Implementation: forensic-framework, commit 6c7ffbc; LLM endpoint-agnostic (Modal / vLLM / Ollama).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Four Primary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Reproduce the original proposal scope; eleven extended scenarios add coverage and failure cases.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64008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36576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508760"/>
            <a:ext cx="128016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</a:rPr>
              <a:t>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4864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4552" cy="127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64008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36576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Normal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011680"/>
            <a:ext cx="128016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</a:rPr>
              <a:t>BENIGN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54864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Control. Both systems should produce no alert.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11274552" cy="76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64008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36576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Noisy benign (conference travel)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108960"/>
            <a:ext cx="128016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A34A"/>
                </a:solidFill>
              </a:rPr>
              <a:t>BENIGN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54864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Senior dev abroad, late hours, elevated volume — false-positive resistance test.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11274552" cy="76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64008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206240"/>
            <a:ext cx="36576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Obvious external attack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206240"/>
            <a:ext cx="128016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</a:rPr>
              <a:t>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54864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Compromised credentials, off-hours foreign IP, privilege escalation, bulk download, log cleanup.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66360"/>
            <a:ext cx="11274552" cy="76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64008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</a:rPr>
              <a:t>S4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303520"/>
            <a:ext cx="36576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Slow multi-day insider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5303520"/>
            <a:ext cx="128016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</a:rPr>
              <a:t>ATTACK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303520"/>
            <a:ext cx="5486400" cy="10058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HR specialist incrementally widens access into finance and engineering across three days. No single day exceeds rule thresholds.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274552" cy="76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</a:rPr>
              <a:t>Plus eleven extended scenarios (S5–S15) including two documented failure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Headline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Same correlated timeline, two analysers; rule baseline is transparent, not optimal.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33333"/>
                </a:solidFill>
              </a:rPr>
              <a:t>Rule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13716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>
                <a:solidFill>
                  <a:srgbClr val="6B7280"/>
                </a:solidFill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280"/>
                </a:solidFill>
              </a:rPr>
              <a:t>66.7% verdict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3A8A"/>
                </a:solidFill>
              </a:rPr>
              <a:t>LLM (rule-context condition)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486400" cy="13716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>
                <a:solidFill>
                  <a:srgbClr val="1E3A8A"/>
                </a:solidFill>
              </a:rPr>
              <a:t>14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657600"/>
            <a:ext cx="5486400" cy="54864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3A8A"/>
                </a:solidFill>
              </a:rPr>
              <a:t>93.3% verdict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11274552" cy="127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74552" cy="22860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</a:rPr>
              <a:t>Validator: no invalid event-ID citations in 13 of 15 scenarios (S10, S13 cite a rule ID once each — 2/243 references = 0.8%).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</a:rPr>
              <a:t>Chronology violations: 2 of 15 (S4, S5: one out-of-order step each).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</a:rPr>
              <a:t>Entity-consistency violation: 1 of 15 (S12: IP named in narrative not present in cited events).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</a:rPr>
              <a:t>Rules misclassify on subtle multi-day attacks (S5, S10, S13) and on legitimate-after-hours maintenance (S6).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Failure Mode 1 — S14: Decoy Misdirection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Verdict-correct, suspect-wrong. Citation grounding does not catch wrong-suspect-with-real-evidence.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3A8A"/>
                </a:solidFill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2743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user_04 (decoy): twenty-one rule alerts — brute-force, privilege escalation, bulk download.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user_02 (real attacker): quiet lateral movement and source-code exfiltration over DNS tunneling, internal IP.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</a:rPr>
              <a:t>Ground-truth attacker: user_02.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3A8A"/>
                </a:solidFill>
              </a:rPr>
              <a:t>LLM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486400" cy="2743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6A34A"/>
                </a:solidFill>
              </a:rPr>
              <a:t>Verdict: YES against ATTACK → binary verdict CORRECT.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0392B"/>
                </a:solidFill>
              </a:rPr>
              <a:t>Suspect: user_04 (the decoy) → attribution WRONG.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Every cited event is real and chronologically ordered.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Validator records zero violations.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11274552" cy="127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1274552" cy="16459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Lesson: citation grounding (every cited event exists) is one form of correctness; interpretive grounding (cited evidence supports the chosen conclusion) is a different, stricter form. An adversary placing a decoy in the evidence stream can satisfy citation grounding while still misdirecting the analyser.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</a:rPr>
              <a:t>Mitigation → multi-suspect hypothesis tracking: require the LLM to enumerate alternative actors and weigh evidence for each before committing to a primary suspect.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Failure Mode 2 — S15: Rule-Context Amplification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Lone verdict failure. No-rule-context ablation reverses the verdict on all five runs.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</a:rPr>
              <a:t>Rule-context condition (headline)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22860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Input: timeline + 10 rule alerts (bulk_download, cross_department_access on quarter-close).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</a:rPr>
              <a:t>LLM verdict: YES on all 5 runs.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Ground truth: BENIGN (legitimate end-of-quarter activity).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3A8A"/>
                </a:solidFill>
              </a:rPr>
              <a:t>No-rule-context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486400" cy="22860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Input: same timeline; rule-alert artefact removed from prompt.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6A34A"/>
                </a:solidFill>
              </a:rPr>
              <a:t>LLM verdict: NO on all 5 runs.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</a:rPr>
              <a:t>Same model, same temperature (0.1), same prompt template otherwise.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80560"/>
            <a:ext cx="11274552" cy="127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11274552" cy="210312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E3A8A"/>
                </a:solidFill>
              </a:rPr>
              <a:t>Verdict reverses unanimously on the presence of the rule-alert artefact alone.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</a:rPr>
              <a:t>Reading: the LLM treats rule alerts as quasi-ground-truth signals, not as candidate evidence to weigh — ten alerts push the posterior past the verdict threshold.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Mitigation → calibrated rule-context (confidence-weighted alerts), two-stage prompting (score alerts, then verdict), counterfactual ablation as a deployed check on YES verdicts.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Limitations and Threats to Validity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What these results do not establish.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</a:rPr>
              <a:t>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54480"/>
            <a:ext cx="8869680" cy="9144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Author-designed scenarios, author-tuned prompt; mitigated by publishing both and keeping S14/S15 in the corpus.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2860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</a:rPr>
              <a:t>External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23160"/>
            <a:ext cx="8869680" cy="9144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Synthetic data; one modelled organisation (Dhaka, four user roles). Real enterprise logs are noisier, sparser in ground-truth labelling.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39"/>
            <a:ext cx="22860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</a:rPr>
              <a:t>Construct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291839"/>
            <a:ext cx="8869680" cy="9144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Verdict accuracy is a coarse construct. Attack-step F1 disagrees with verdict on S8 (right answer, wrong vocabulary). No human-analyst usefulness study.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22860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</a:rPr>
              <a:t>Validator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160520"/>
            <a:ext cx="8869680" cy="9144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Catches event-ID, chronology, actor, entity, structural-support violations. Does NOT catch causal overclaim, missing alternatives, or wrong-suspect-with-grounded-evidence (S14).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2286000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3A8A"/>
                </a:solidFill>
              </a:rPr>
              <a:t>Reproducibility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5029200"/>
            <a:ext cx="8869680" cy="9144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Single representative run for the 14 non-S15 scenarios; only S15 has N=5. Multi-model and run-variance characterisation are future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E3A8A"/>
                </a:solidFill>
              </a:rPr>
              <a:t>Conclusion and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</a:rPr>
              <a:t>Bounded contribution; clear next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74552" cy="155448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</a:rPr>
              <a:t>Evidence-grounded LLM reasoning improves post-incident forensic triage over a transparent rule baseline (10/15 → 14/15) while producing no invalid event-ID citations in 13 of 15 scenarios. Two failure modes bound the contribution: S14 (decoy misdirection — verdict-correct, suspect-wrong) and S15 (rule-context amplification, ablation-confirmed).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E3A8A"/>
                </a:solidFill>
              </a:rPr>
              <a:t>Appropriate role: analyst-supervised triage assistant. Not autonomous detection, not a final attribution authority.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11274552" cy="127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4552" cy="457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3A8A"/>
                </a:solidFill>
              </a:rPr>
              <a:t>Future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 Multi-model evaluation (LLaMA, Mistral, Phi-4) under identical prompts and validator.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 Statistical rigour: N=5 runs per scenario, mean ± std on verdict accuracy and F1.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 Adversarial robustness extending S14: vary decoy:real ratio, decoy actor count, decoy event volume.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 Human-analyst usefulness study (correctness, evidence clarity, overclaim risk).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 Real-world dataset run (LANL, DARPA OpTC, anonymised institutional logs).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•  Stronger validator: causal-overclaim detection, alternative-explanation enumeration, multi-suspect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LLM-Assisted Forensic Investigation Framework</dc:title>
  <dc:subject>PptxGenJS Presentation</dc:subject>
  <dc:creator>hash71</dc:creator>
  <cp:lastModifiedBy>hash71</cp:lastModifiedBy>
  <cp:revision>1</cp:revision>
  <dcterms:created xsi:type="dcterms:W3CDTF">2026-04-09T19:39:50Z</dcterms:created>
  <dcterms:modified xsi:type="dcterms:W3CDTF">2026-04-09T19:39:50Z</dcterms:modified>
</cp:coreProperties>
</file>