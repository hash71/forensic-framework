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Privacy-Preserving LLM-Assisted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for Post-Incident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 Investigation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Private Cloud Environments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Proposal  |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560320" cy="3108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 flag legitimate travel, cross-project work, and off-hours activity as suspicious.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560320" cy="3108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Subtle Attacks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 over days evade threshold detection — no single event triggers an alert.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560320" cy="3108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28016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508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piece together auth, file, and admin logs to reconstruct incidents.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solidFill>
            <a:srgbClr val="16204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55448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LLM-assisted reasoning improve post-incident forensic understanding from structured private-cloud evidence, compared with rule-based analysis alone, without introducing unacceptable hallucinations?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a filled evaluation table — not a demo, not a dashboard, not claims.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systems on 4 controlled scenarios with known ground truth: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794760" cy="2560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deterministic detection rules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(time windows, counts)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predictable, no hallucination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context and subtle patterns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828800"/>
            <a:ext cx="3794760" cy="2560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Analysis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4920" y="246888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 (open-weight, private hosting)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input/output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reasoning over timelines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constraints enforced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651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71600"/>
            <a:ext cx="96012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173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960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137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99032" y="1371600"/>
            <a:ext cx="96012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99032" y="14173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9032" y="1874520"/>
            <a:ext cx="960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9152" y="1828800"/>
            <a:ext cx="137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78024" y="1371600"/>
            <a:ext cx="96012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78024" y="14173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78024" y="1874520"/>
            <a:ext cx="960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38144" y="1828800"/>
            <a:ext cx="137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57016" y="1371600"/>
            <a:ext cx="96012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57016" y="14173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57016" y="1874520"/>
            <a:ext cx="960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17136" y="1828800"/>
            <a:ext cx="137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36008" y="1371600"/>
            <a:ext cx="96012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36008" y="14173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36008" y="1874520"/>
            <a:ext cx="960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96128" y="1828800"/>
            <a:ext cx="137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1371600"/>
            <a:ext cx="960120" cy="164592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14173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715000" y="1874520"/>
            <a:ext cx="960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1828800"/>
            <a:ext cx="137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93992" y="1371600"/>
            <a:ext cx="96012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93992" y="14173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93992" y="1874520"/>
            <a:ext cx="960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54112" y="1828800"/>
            <a:ext cx="137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72984" y="1371600"/>
            <a:ext cx="96012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872984" y="14173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872984" y="1874520"/>
            <a:ext cx="960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produces structured JSON. Each stage is verified before the next is built.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logs normalize to a unified event schema: event_id, timestamp (UTC+6), source_type, user, action, resource, source_ip, status, session_id, severity, metadata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Controlled Scenarios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1965960" cy="3291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105156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events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workday.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alerts expected.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1965960" cy="3291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188720"/>
            <a:ext cx="19659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371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971800" y="2148840"/>
            <a:ext cx="105156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21488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606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events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9260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at conference.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IP, late hours,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access.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1965960" cy="3291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19659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371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20640" y="2148840"/>
            <a:ext cx="10515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1488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606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events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9260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compromise.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download.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1188720"/>
            <a:ext cx="1965960" cy="3291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188720"/>
            <a:ext cx="19659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3716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69480" y="2148840"/>
            <a:ext cx="10515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7269480" y="21488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2606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events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29260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over 3 days.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scope creep,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read-then-download.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 (Subtle Attack) is the thesis core — where LLM contribution is demonstrated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4: The Subtle Insider Threat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2651760" cy="2743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26517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Recon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finance access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ticket + justification)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finance reads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hours, normal IP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651760" cy="2743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143000"/>
            <a:ext cx="26517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Expand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+ engineering reads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downloads outside HR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pipeline access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hours/IP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651760" cy="2743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4300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Collect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7830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downloads across 3 depts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Re-downloads Day 1 files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files, spread over 7 hrs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cleanup or log deletion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event is alarming. Normal IP, normal hours, small files. The pattern (scope creep + read→download shift) is only visible in aggregate across 3 days.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Detection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8288"/>
          </a:xfrm>
          <a:prstGeom prst="rect">
            <a:avLst/>
          </a:prstGeom>
          <a:solidFill>
            <a:srgbClr val="CADCFC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02920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Unusual Login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Off-Hours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 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Download (&gt;5 in 30min)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Cross-Department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Deletion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Login Spike (≥2 in 5min)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 then Download (&lt;30min)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are the baseline. The LLM sees rule outputs as additional context, not as final judgment.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LLM-Assisted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2560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timeline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rules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baselines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structured JSON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20116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</a:rPr>
              <a:t>▶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66160" y="1188720"/>
            <a:ext cx="2194560" cy="256032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19202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Privately hosted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(Modal)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Temp: 0.1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20116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</a:rPr>
              <a:t>▶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468880" cy="2560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(JSON)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69164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confidence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 w/ event IDs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for/against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321040" cy="8686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Constraints: every claim must cite an event_id from the input. Claims referencing non-existent events are counted as hallucinations. Unsupported assertions are flagged separately.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73152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 — no dependency on proprietary APIs. Full control over model weights.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73152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Privately Hosted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Modal (controlled compute). No data sent to OpenAI, Anthropic, or other third-party LLM providers.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client is a thin HTTP wrapper. Can point to Ollama, vLLM on-prem, or any OpenAI-compatible endpoint.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16204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prototype uses Modal (privately hosted remote). Production would use on-prem inference.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8288"/>
          </a:xfrm>
          <a:prstGeom prst="rect">
            <a:avLst/>
          </a:prstGeom>
          <a:solidFill>
            <a:srgbClr val="CADCFC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 Benign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Obvious Attack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Subtle Attack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Measured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566160"/>
            <a:ext cx="3840480" cy="1188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Metrics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accuracy, event recall,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rate, missed events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3566160"/>
            <a:ext cx="3840480" cy="1188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LLM-Specific Metrics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0" y="3931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count, unsupported claims,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correctness, evidence grounding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280160" cy="5943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65960" y="1234440"/>
            <a:ext cx="662940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234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2344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log gen,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normalization, ground truth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84248"/>
            <a:ext cx="1280160" cy="5943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842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58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1984248"/>
            <a:ext cx="662940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9842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19842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correlation,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engine, baselines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34056"/>
            <a:ext cx="1280160" cy="5943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3405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008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65960" y="2734056"/>
            <a:ext cx="662940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2148840" y="273405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273405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builder, inference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wrapper, hallucination check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83864"/>
            <a:ext cx="128016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8386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7581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65960" y="3483864"/>
            <a:ext cx="662940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2148840" y="34838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348386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comparison table,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analysis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33672"/>
            <a:ext cx="1280160" cy="5943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2336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5079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65960" y="4233672"/>
            <a:ext cx="662940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2148840" y="42336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+ Polish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42336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optional dashboard,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977640" cy="868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075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all pipeline stages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977640" cy="868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40487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7706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LLM via Modal (HTTP API)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977640" cy="868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5021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86791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event schema, structured I/O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234440"/>
            <a:ext cx="3977640" cy="868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13075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16733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storage, optional upgrade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3977640" cy="868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240487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7706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 definitions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429000"/>
            <a:ext cx="3977640" cy="868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35021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83480" y="386791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LLM client with mock fallback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dependencies. No unnecessary frameworks.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53312"/>
            <a:ext cx="73152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framework: rule-based detection + LLM-assisted reasoning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73152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controlled scenarios with predetermined ground truth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73152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Privacy-preserving: open-weight model, privately hosted inference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73552"/>
            <a:ext cx="73152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004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Measurable: detection accuracy, false positives, hallucination count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13632"/>
            <a:ext cx="73152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40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all results from actual runs, not projected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16204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project: prove whether LLM-assisted reasoning helps post-incident understanding without unacceptable hallucination.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LLM-Assisted Forensic Investigation Framework</dc:title>
  <dc:subject>PptxGenJS Presentation</dc:subject>
  <dc:creator>hash71</dc:creator>
  <cp:lastModifiedBy>hash71</cp:lastModifiedBy>
  <cp:revision>1</cp:revision>
  <dcterms:created xsi:type="dcterms:W3CDTF">2026-04-09T19:39:50Z</dcterms:created>
  <dcterms:modified xsi:type="dcterms:W3CDTF">2026-04-09T19:39:50Z</dcterms:modified>
</cp:coreProperties>
</file>