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18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Augmenting Rule-Based Private-Cloud Forensic Investigation with Evidence-Grounded LLM Reasoning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words: can we let an AI help investigate a security breach without it making things up?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force the AI to cite real evidence for every claim — then automatically check those citations.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7863840" cy="0"/>
          </a:xfrm>
          <a:prstGeom prst="line">
            <a:avLst/>
          </a:prstGeom>
          <a:noFill/>
          <a:ln w="12700">
            <a:solidFill>
              <a:srgbClr val="4455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Nazmul Hasan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United International University, Dhaka, Bangladesh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investigating a private-cloud breach is hard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“private cloud” is a company running its own servers — banks, hospitals, government — instead of renting from Amazon or Google.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get attacked, the clues are scattered across SEVEN separate systems: logins, file activity, admin actions, network, database, web, and email.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clouds (Amazon, Google) give you one unified log of everything. A private cloud gives you nothing like that — there is no single place to look.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investigators stitch the story together by hand: slow, expert-dependent, and easy to get wrong.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isn’t a lack of logs — it’s the lack of one connected, investigation-ready view of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EXISTING OPTIONS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current tools have a fatal flaw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Rule engines (today’s industry standard, called a “SIEM”): a list of fixed if-then rules, e.g. “more than 5 downloads in 30 minutes = alert.”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Good: transparent, fast, predictable.   Bad: brittle — it floods analysts with false alarms and misses slow attacks spread over days.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 raw AI (a Large Language Model like ChatGPT/Gemma): can read everything and connect the dots.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Good: smart, flexible.   Bad: it hallucinates — invents evidence or accuses the wrong person — which is unacceptable when claims may go to court.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the intelligence of the AI WITH the trustworthiness of the rules. That is the gap this paper fills.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trick: make the AI cite, then check the citations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force the AI to attach a specific event ID to every single claim it makes — “user_03 did this, see event evt_s4_002.”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simple checking program — the “validator” — then verifies every cited ID is real. If the AI cites something fake, we catch it automatically.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the rule engine AND the AI on the EXACT same evidence, so any difference is due to reasoning, not extra information. A fair fight.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an AI that may only use the given evidence — and must cite an ID for every claim — beat the rule baseline while staying traceable?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everything; verify every citation; compare fairly. That is the whole method.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five-step pipeline (this is real, working software)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Normalize — convert all 7 log types into one common format so everything is comparable.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Timeline — sort the events in time order and group them by user and session.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Analyze twice — the rule engine and the AI both read that same timeline and each give a verdict.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 — the validator checks every event ID the AI cited.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Score — compare both verdicts to the known correct answer.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mock-up: Python, a database, Docker, and 59 automated tests that all pass. Every number in this talk comes from running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“GROUNDING” MEANS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must show its work — and we check it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AI just says: “It was user_03.”  You have to trust it.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must say: “It was user_03 — see events evt_s4_002, evt_s4_010, evt_s4_012.”  Now every claim is anchored to real evidence.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then runs SEVEN automatic checks: do those events exist? is user_03 a real user? are the cited files and IP addresses real? are the events in sensible time order? …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validator is plain code (no AI), its checks are trustworthy and repeatable.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“Grounding” = every claim is tied to a real event ID, and a deterministic checker confirms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 IT FAIRLY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problems vs. the real exam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“calibration” scenarios — hand-built by us. We tuned the AI’s prompt on these. Think: practice problems.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“holdout” scenarios — generated automatically from a fixed recipe; the AI never saw them while we were tuning. Think: the real exam.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 are split 44 benign / 56 attack, and include 34 “hard benign” cases — innocent activity deliberately designed to look alarming.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number in this talk is from those 100 unseen cases — the honest, scientific way to report results.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tuning data from test data is what stops us from just “memorizing our own answers.”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recall, but a real false-alarm cost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ATTACK cases: the AI catches 100% — it misses nothing. The rules catch only ~70%.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BENIGN cases: the AI is WORSE — 50% correct vs. the rules’ 70%. It wrongly flags about half of innocent activity as an attack.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it’s 78% vs. 70% — but at this sample size that overall gap is NOT statistically significant, and we say so openly.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story isn’t “the AI is better.” It’s the SHAPE: the AI is a high-recall, low-precision detector.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every attack but over-accuses innocents. Remember this trade-off — it’s the spine of the whole talk.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CITATION-CHECKING ACTUALLY WORK?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— and we measured it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2,067 of 2,068 cited references were real events = 99.95% valid. Zero invented events across all 115 scenarios.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we re-ran it 110 times and got identical verdicts every time (so it’s not random).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deleted evidence, it said “insufficient” instead of guessing — it fails safely.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“no fabricated evidence” is not a hope or a slogan here — it is a measured fact.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works. The AI essentially never cited evidence that wasn’t there.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#1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decoy: right verdict, wrong suspect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scenario with a LOUD fake attacker (a decoy) and a QUIET real attacker running at the same time.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correctly said “yes, this is an attack” — but it blamed the DECOY, the wrong person.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Here’s the subtle part: every event the AI cited was genuine, so the validator stayed silent. It had nothing to flag.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checking that the citations are real does NOT guarantee the conclusion drawn from them is correct.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9A6A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FEATURE this failure rather than hide it. Showing where a method breaks is what makes it credible.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#2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alerts can bias the AI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feed the rule engine’s alerts to the AI as context. Is that safe? We tested it directly.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alerts in the prompt: the AI wrongly cried “attack” 5 times out of 5 on a benign case.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ONLY the alerts (same evidence otherwise): it correctly says “no” 5 out of 5.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rule output is not neutral context — it can push the AI toward agreeing with it. But across 44 cases this only flipped 6, so it’s a real but minor effect.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9A6A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alerts aren’t neutral. It’s a genuine effect, but not the main cause of the false alarms.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tried to break it on purpose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deleted chunks of evidence, injected lots of noise, and scrambled the timestamps.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reassuring result: when stressed, the AI degrades to “insufficient evidence” rather than making things up.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in the SAFE direction — abstaining, not fabricating.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the behavior you want from a tool used in investigations.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 it goes quiet, it doesn’t lie. That’s the right failure mode for forensics.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TEST — REAL THIRD-PARTY DATA (CERT)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hold up on data we didn’t make?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whole pipeline on CERT — a real, famous insider-threat dataset built by Carnegie Mellon, with labels we had no part in creating.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appeared and got STRONGER: it caught all 20 real insiders, but over-flagged nearly every innocent month (≥13 of 15).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on this richer real data the AI often returned prose instead of structured output (34 of 35 cases), so the citation-check could not run at full strength here. We report this openly.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that survives data we never touched is the strongest evidence we can offer.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third-party data confirms the finding — high recall, heavy false positives — and we’re upfront about its limits.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&amp; WHAT’S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does and doesn’t prove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only ONE AI model (Gemma) — the over-flagging might be specific to it. This is the biggest limitation.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data is synthetic (though the CERT test partly addresses that).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can’t catch a wrong conclusion built from real evidence — the decoy case showed this.</a:t>
            </a:r>
            <a:endParaRPr lang="en-US" sz="16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try other models (Llama, Mistral), use more real datasets, and teach the AI to weigh multiple suspects before naming one.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400" dirty="0">
                <a:solidFill>
                  <a:srgbClr val="22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limits plainly is what makes the rest of the claims trustworthy.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8074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role for an AI in forensics is a high-recall FIRST-PASS ASSISTANT that a human reviews — not an autonomous detector.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9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the AI are partners, not rivals: rules give cheap, transparent triggers; the AI adds reasoning across time and sources.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181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trustworthy: mechanical validation of every citation, plus the honesty to report exactly where it fails.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7863840" cy="749808"/>
          </a:xfrm>
          <a:prstGeom prst="rect">
            <a:avLst/>
          </a:prstGeom>
          <a:solidFill>
            <a:srgbClr val="2A3878"/>
          </a:solidFill>
          <a:ln w="9525">
            <a:solidFill>
              <a:srgbClr val="4455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8678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reproducible from the code and data.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1885</Words>
  <Application>Microsoft Macintosh PowerPoint</Application>
  <PresentationFormat>On-screen Show (16:9)</PresentationFormat>
  <Paragraphs>117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Evidence-Grounded LLM Forensic Triage — Reading Deck</dc:title>
  <dc:subject>PptxGenJS Presentation</dc:subject>
  <dc:creator>Md. Nazmul Hasan</dc:creator>
  <cp:lastModifiedBy>nazmul  hasan</cp:lastModifiedBy>
  <cp:revision>2</cp:revision>
  <dcterms:created xsi:type="dcterms:W3CDTF">2026-06-08T13:16:42Z</dcterms:created>
  <dcterms:modified xsi:type="dcterms:W3CDTF">2026-06-08T13:34:15Z</dcterms:modified>
</cp:coreProperties>
</file>