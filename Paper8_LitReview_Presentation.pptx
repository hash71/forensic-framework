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·  Scanlon et al.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66568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arXiv:2505.03100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Towards a Standardized Methodology and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for Evaluating LLM-based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Forensic Timeline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Studiawan, H.  ·  Breitinger, F.  ·  Scanlon, 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349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Science International: Digital Investigation, Vol. 54 (2025)   ·   DFRWS APAC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hash71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paper?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are flooding into digital forensics — but the benchmarks are not.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1168" cy="82296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9631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analysts are experimenting with ChatGPT, Claude, and local LLMs for triage, summarization, and timeline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01168" cy="82296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 uses different data, different prompts, different models, and different scoring — results cannot be compared.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201168" cy="82296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5079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dataset, no shared task definition, and no shared metrics for LLM-based timeline analysis.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201168" cy="82296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66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55138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Scanlon et al. propose a reproducible, NIST-CFTT-style methodology and release a public reference dataset.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are missing from LLM-forensics research today: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3657600" cy="13716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No shared dataset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hand-crafts their own scenario. Results are not reproducible and cannot be replicated across labs.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920240"/>
            <a:ext cx="3657600" cy="13716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240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No shared task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29718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 this timeline" means different things in different papers — anomaly detection, summarization, attribution, reconstruction.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20240"/>
            <a:ext cx="3657600" cy="13716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240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No shared scoring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29718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papers use human review, some use accuracy, some use qualitative judgment. There is no agreed numeric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005840" cy="10058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methodology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evaluation pipeline for LLM-based timeline analysis, explicitly modeled on the NIST Computer Forensic Tool Testing (CFTT) program.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005840" cy="10058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375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dataset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Windows 11 super-timeline generated with Plaso, with documented ground truth, publicly released on Zenodo.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005840" cy="10058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377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754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baseline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5303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measurement against ChatGPT-4o showing where LLMs succeed and where they fail on forensic timeline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a CFTT-style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NIST CFTT program defines how forensic tools should be tested. Scanlon et al. adapt the same shape to LLMs.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30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697480"/>
            <a:ext cx="1563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VM,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user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activity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13432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68880" y="21031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0312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130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78608" y="2697480"/>
            <a:ext cx="1563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VMDK snapshot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as forensic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33672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89120" y="21031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10312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130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98848" y="2697480"/>
            <a:ext cx="1563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Plaso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log2timeline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super-timeline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53912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10312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130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19088" y="2697480"/>
            <a:ext cx="1563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psort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CSV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 truth)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74152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0" y="21031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10312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130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39328" y="2697480"/>
            <a:ext cx="1563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CSV 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LLM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prompt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94392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149840" y="21031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49840" y="210312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2130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259568" y="2697480"/>
            <a:ext cx="1563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reference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property: every stage is deterministic up to the LLM — so any variation in results can be attributed to the model.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CFTT reference: NIST's Computer Forensic Tool Testing program ensures forensic tools produce auditable, reproducible results.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reference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the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virtual machine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487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benign and attacker behavior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54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30540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VMDK forensic snapshot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210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Plaso / log2timeline (super-timeline)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87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41879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psort → CSV (LLM-readable)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4754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on Zenodo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417320"/>
            <a:ext cx="4937760" cy="4754880"/>
          </a:xfrm>
          <a:prstGeom prst="roundRect">
            <a:avLst>
              <a:gd name="adj" fmla="val 192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20116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— anywhere — can now rerun the same prompts on the same forensic timeline and compare their model's numbers to ChatGPT-4o's.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6576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Plaso produces hundreds of thousands of lines on even a small VM. The authors truncate to windows of roughly 2,000 lines to stay inside the model's context budget — a tradeoff they flag openly as a limitation.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5577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~2,000 lines per prompt window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LLM is asked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define small, scorable forensic sub-tasks — each with a deterministic ground-truth answer.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86000"/>
            <a:ext cx="1005840" cy="100584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774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65960" y="2286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65960" y="2743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timeline window, identify suspicious or anomalous events — file deletions, log clears, privilege changes, malware artefacts.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9659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286000"/>
            <a:ext cx="1005840" cy="100584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3774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extraction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26680" y="2743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set of forensic keywords relevant to the scenario — e.g., 'delete', 'clear', 'wipe', 'remove', 'malware', 'unauthorized'.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51960"/>
            <a:ext cx="1005840" cy="100584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43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965960" y="4251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65960" y="4709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short natural-language summary of what happened in the timeline window, consistent with the ground truth reference.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93192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4251960"/>
            <a:ext cx="1005840" cy="100584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343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726680" y="4251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labelling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26680" y="4709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window to a forensic category (benign activity, reconnaissance, data exfiltration, tampering, etc.).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Metrics: BLEU and ROUGE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treat each task as a text-generation problem and borrow metrics from machine translation / summarization.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5486400" cy="594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Evaluation Understudy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n-gram overlap between the LLM's answer and the reference answer.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to 1.  Higher is better.
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designed for machine translation; penalizes short or hallucinated outputs that don't match the reference wording.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1331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965960"/>
            <a:ext cx="5486400" cy="594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0116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Recall-Oriented Understudy for Gisting Evaluation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recall of n-grams from the reference that appear in the LLM's answer.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to 1.  Higher is better.
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designed for summarization. Reported as ROUGE-1, ROUGE-2, and ROUGE-L depending on n-gram length.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two very different regimes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model, on the same data — but with two prompting styles — produces wildly different numbers.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prompt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a timeline. Find the anomalies."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0.141 – 0.192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misses many ground-truth events, invents events that are not in the input, and is inconsistent between runs.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532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3866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57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66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Context-primed prompt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this kind of incident, find these kinds of events."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66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866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0.996 – 0.997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reliably reproduces the reference answer when the prompt explicitly describes the incident and the categories to look for.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5532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3866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noted by the authors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64592" cy="77724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Plaso timelines are truncated to ~2,000-line windows to fit the LLM's input budget; important evidence outside the window is invisible to the model.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64592" cy="77724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048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404872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subject is ChatGPT-4o, a hosted commercial API. Sending case data to a third party is often unacceptable in real investigations.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64592" cy="77724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924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metrics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39242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and ROUGE reward surface-level string overlap with the reference, which is a weak proxy for whether the forensic finding is actually correct.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25696"/>
            <a:ext cx="164592" cy="77724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799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host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4379976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runs on one Windows 11 endpoint image — not on multi-host, cloud, or network telemetry, which generalizes only partially.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413248"/>
            <a:ext cx="164592" cy="77724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3675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hallucination audit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536752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events are implicitly penalized by BLEU/ROUGE but never separately quantified as a safety metric.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051560"/>
            <a:ext cx="1828800" cy="45720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real contribution is methodological, not algorithmic — it gives the forensics community a shared ruler for LLM-based timeline analysis.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not turnkey forensic analysts. When asked cold to "find anomalies," ChatGPT-4o performs poorly (BLEU ≈ 0.15).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685800" cy="68580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5204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be remarkably accurate when the prompt provides structured context, approaching reference-level output (BLEU ≈ 0.95).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685800" cy="68580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2628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805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framing is LLM-assisted forensics, not LLM-autonomous forensics. The model is a powerful text layer on top of structured pipelines.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685800" cy="68580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86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54406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limitations — privacy, hallucination auditing, context-window truncation, richer metrics — define the next research agenda.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Scanlon et al. 2025 — Literature Review</dc:title>
  <dc:subject>PptxGenJS Presentation</dc:subject>
  <dc:creator>hash71</dc:creator>
  <cp:lastModifiedBy>hash71</cp:lastModifiedBy>
  <cp:revision>1</cp:revision>
  <dcterms:created xsi:type="dcterms:W3CDTF">2026-04-10T18:02:30Z</dcterms:created>
  <dcterms:modified xsi:type="dcterms:W3CDTF">2026-04-10T18:02:30Z</dcterms:modified>
</cp:coreProperties>
</file>